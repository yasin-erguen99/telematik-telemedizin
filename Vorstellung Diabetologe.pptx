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" y="5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23EFF3-2EE5-EE57-B758-A6FB2F19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4DBC74A-1A05-F8BD-A1F2-50B126EDA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A2B303-A699-0F36-3AD1-AE2CACCFD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D9F7-9224-415F-90A6-A7B3995C1682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EEEB10-39AF-E4A5-5ED2-FD855E4DB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E666BB-D4AC-EF5F-BDEF-FD67305E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D94A-E417-4A74-9070-0D5FC9383E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023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2B6D3B-DB79-A1F2-BD10-2798DF9D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981E5C-1D27-84F9-91A4-81696BBC4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828D87-62E2-8E48-86E3-2EBE1D924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D9F7-9224-415F-90A6-A7B3995C1682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C51082-7AFB-CBD7-9621-C92BB7E36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66D23E-6E24-806D-FC56-1BE182724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D94A-E417-4A74-9070-0D5FC9383E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432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152CD-3D8B-E56A-2FA9-C6DECECE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F8EAA9-5105-D909-D8FF-78407BF6E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F1A749-B0B2-6DE9-1E48-BCB273C35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D9F7-9224-415F-90A6-A7B3995C1682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CD5C91-93A0-703B-4469-719EFCDFB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3B3920-9591-0644-1EAE-9380E5AF2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D94A-E417-4A74-9070-0D5FC9383E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9046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3D7F3-CF19-DFEE-653E-9B545BBF6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35B429-908B-6A58-6340-64C7C1643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51FF696-9E25-F4F7-E87D-02A2AEFEE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91B47F-11D8-4B96-AA81-8D6FCEBCA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D9F7-9224-415F-90A6-A7B3995C1682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34EDB2-9FB9-279C-00BA-FB4601D66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B6C941E-8E85-5F2E-7C6F-1B02F058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D94A-E417-4A74-9070-0D5FC9383E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927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DA1A59-AB09-9062-D9DB-BC1B31C0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FCD2DE-4462-9077-B0EA-2E3A869B4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97F06C-9482-AA68-282E-4D59806F6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C7D8F4-390F-FCBD-F537-5CCB83D33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5CCC13-E687-8DB6-8947-EABDFEA02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6986305-9AC1-4B56-302F-205DF8795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D9F7-9224-415F-90A6-A7B3995C1682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EC896D3-DE7A-80DA-40FE-F60081749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E9A7A22-0B1C-17B6-1A75-8F902660B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D94A-E417-4A74-9070-0D5FC9383E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893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5D7973-A58E-B79B-0A1B-015E51C8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190356-6957-40BD-4A83-F782BFC6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D9F7-9224-415F-90A6-A7B3995C1682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B9C1215-61D0-8747-9FA3-3F115E83C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76964AD-EE44-0DB3-3877-2BDBA7B70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D94A-E417-4A74-9070-0D5FC9383E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830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FD39722-39A1-FDDA-2448-991C29FA3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D9F7-9224-415F-90A6-A7B3995C1682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F7D84A6-8938-6F32-97AC-B061F9B0D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742024-97EC-2F8D-6DC9-1075D55C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D94A-E417-4A74-9070-0D5FC9383E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504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EA531-3756-E849-486C-7ECAFA5B0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5A5262-1679-66D9-752E-50F5B8EE5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4F96BA-66C1-6ED3-B689-7F92F54D3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A07675-0A95-46C6-5AD0-D968B2516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D9F7-9224-415F-90A6-A7B3995C1682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9FB25C-2209-D09F-3833-9959B105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95FA65-F044-4A6D-256F-5CC6DBA0A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D94A-E417-4A74-9070-0D5FC9383E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13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A5F55D-A0D3-D1CD-90EF-C527AFC5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E72C0BD-8F73-95F8-03A9-F6BDCA86E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D6162BB-9A67-A754-CF02-06F4AE443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BC4BB3-9056-89CD-CBD9-60851FF0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D9F7-9224-415F-90A6-A7B3995C1682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2D9E102-4195-1FD4-3695-B25A2C11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40D399-4EB6-5957-3C93-540F2983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D94A-E417-4A74-9070-0D5FC9383E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2638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D8AE7-873F-6609-9771-DC83D57B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FE68334-5B0A-9D55-554F-991D900F1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6B5561-2797-F217-7714-F39111FF3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D9F7-9224-415F-90A6-A7B3995C1682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A5792E-12CE-5BEF-A4A0-A28262CC0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EA5D86-B41B-E95F-5D00-C742F330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D94A-E417-4A74-9070-0D5FC9383E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0428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21C6664-B7ED-5E09-C3BC-F285D61A0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6C13D37-6B3C-3C64-973C-E389BC162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128D7-71BF-ADA1-B3A4-750094833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D9F7-9224-415F-90A6-A7B3995C1682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3CB5C4-A463-6115-FDB4-866F41F78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F37DF4-5B2E-11E5-C41E-13E9AA3B0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D94A-E417-4A74-9070-0D5FC9383E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981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39E96E3-7E3F-FAA5-95D2-BA509CBE0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F8D4DC-20BD-E0CD-DCC7-9FF5130B1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A2E16A-100E-21E0-A7DF-EA3CF2A594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8D9F7-9224-415F-90A6-A7B3995C1682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F934C6-46B3-7E0F-0A4E-7991F49C2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9A9ACA-AEFF-8066-9675-F07D12EA4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6D94A-E417-4A74-9070-0D5FC9383E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880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88CAA2-E42F-C1A2-F5B7-07C97237A9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de-DE" sz="5400"/>
              <a:t>Dr. med Ingo Sulin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80B06B-EC8A-3FDD-FCD8-EADED5FE3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anchor="b">
            <a:normAutofit/>
          </a:bodyPr>
          <a:lstStyle/>
          <a:p>
            <a:pPr algn="l"/>
            <a:r>
              <a:rPr lang="de-DE" sz="2000"/>
              <a:t>Diabetologische Hausarztpraxis</a:t>
            </a:r>
          </a:p>
          <a:p>
            <a:pPr algn="l"/>
            <a:endParaRPr lang="de-DE" sz="20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13B8DD6-F0F8-5659-DA73-1CD0FD3B0D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23" r="2" b="2"/>
          <a:stretch>
            <a:fillRect/>
          </a:stretch>
        </p:blipFill>
        <p:spPr>
          <a:xfrm>
            <a:off x="5922492" y="1262763"/>
            <a:ext cx="5536001" cy="427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E821D7-8D3E-77FF-240F-3A77CB3EF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de-DE" sz="4800"/>
              <a:t>Szenario: Überweisung Orthopädie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CC7561-B000-E9D6-C288-C2AAF2AA3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de-DE" sz="2200"/>
              <a:t>Älterer Diabetiker kommt mit geschwollenem Fuß zum Hausarzt</a:t>
            </a:r>
          </a:p>
          <a:p>
            <a:pPr lvl="1"/>
            <a:r>
              <a:rPr lang="de-DE" sz="2200"/>
              <a:t>Verdacht auf Charcot-Fuß</a:t>
            </a:r>
          </a:p>
          <a:p>
            <a:r>
              <a:rPr lang="de-DE" sz="2200"/>
              <a:t>Überweisung zum Orthopädischen Zentrum mit angeschlossener Radiologie (Auftrag Bildgebung)</a:t>
            </a:r>
          </a:p>
          <a:p>
            <a:r>
              <a:rPr lang="de-DE" sz="2200"/>
              <a:t>Orthopädie: Durchführung der Röntgen-Diagnostik</a:t>
            </a:r>
          </a:p>
          <a:p>
            <a:r>
              <a:rPr lang="de-DE" sz="2200"/>
              <a:t>Hausarzt erhält Röntgenbefund</a:t>
            </a:r>
          </a:p>
        </p:txBody>
      </p:sp>
    </p:spTree>
    <p:extLst>
      <p:ext uri="{BB962C8B-B14F-4D97-AF65-F5344CB8AC3E}">
        <p14:creationId xmlns:p14="http://schemas.microsoft.com/office/powerpoint/2010/main" val="1293975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Breitbild</PresentationFormat>
  <Paragraphs>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Dr. med Ingo Sulin </vt:lpstr>
      <vt:lpstr>Szenario: Überweisung Orthopädie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 Herbort</dc:creator>
  <cp:lastModifiedBy>Jasmin Herbort</cp:lastModifiedBy>
  <cp:revision>1</cp:revision>
  <dcterms:created xsi:type="dcterms:W3CDTF">2025-11-23T10:36:05Z</dcterms:created>
  <dcterms:modified xsi:type="dcterms:W3CDTF">2025-11-23T15:13:44Z</dcterms:modified>
</cp:coreProperties>
</file>